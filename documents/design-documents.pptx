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498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389573-445B-58A1-9C4D-C82AB841F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AAB1BD7-3B7D-2EA8-5542-5DC646A1A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B7D86F-C704-CA46-741C-8943E7367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091D-8465-4E1D-882C-8C7088C9CC70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46B1C1-5D22-D4E0-53BE-DEF55FA0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C0E6E8-AFA6-899B-C549-0995DA9B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DD90-CDBB-4FF8-A991-2A57D08DB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74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BD6AB5-FFFB-807A-F36B-D11E4F7A6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700DB0-E656-4625-960F-C5215DE19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EAC3AD-E1F3-1E57-0E97-213FD5DC1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091D-8465-4E1D-882C-8C7088C9CC70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0DC4D4-30D9-C69D-9FEE-3077CE8B1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0E2AA3-5830-21A9-B552-DE5C84F8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DD90-CDBB-4FF8-A991-2A57D08DB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89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A0D56F-E2D6-7153-AC3C-649DE6F91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BAAF0F-A74F-CAE1-6824-3471E5EDE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39A572-D80D-1820-40BB-DFAA31823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091D-8465-4E1D-882C-8C7088C9CC70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FF48A5-1FE0-CFD5-B4F5-321B58E4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FB9DCA-92E0-28B7-A640-64A54383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DD90-CDBB-4FF8-A991-2A57D08DB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13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7028C1-D042-2312-AC2C-BAB9123FE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75AB87-DC7A-6660-972B-80D890AD7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2F0211-D0C3-A183-7752-08F52E4F5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B327C9-3859-944C-61C3-0CB6CCA61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091D-8465-4E1D-882C-8C7088C9CC70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CA166DB-36F7-C3A4-F43F-D9562494F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F5DD35-4071-8374-AEE3-3B78034F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DD90-CDBB-4FF8-A991-2A57D08DB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463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196EA5-7BB4-B518-65AF-6AD519081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3FA7B1-CEF1-D7B2-1DD5-11B4C251A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EC7870-3EF4-9349-6380-C7408F35A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BB5F17F-D6C6-A358-4406-D68AC0FED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229AC59-E1E0-3717-4132-DE7FA268B4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9FE668E-20D0-98D1-BEC3-65778ACCA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091D-8465-4E1D-882C-8C7088C9CC70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56AFC12-0452-0076-D26A-93EABC6FB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26610F4-13FA-A441-F8EE-CFADE0D9C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DD90-CDBB-4FF8-A991-2A57D08DB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9030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D402D6-ED03-9D27-2082-16AA17D6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E93F5BA-A52F-939E-017E-5544AC5A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091D-8465-4E1D-882C-8C7088C9CC70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185C199-0149-D570-1FDF-1006EC0B9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FCEAEAE-9B60-5E94-8697-558C06BC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DD90-CDBB-4FF8-A991-2A57D08DB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7322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144DE48-A36E-D9CE-50B9-D62CD4BB0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091D-8465-4E1D-882C-8C7088C9CC70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F4F592E-49FA-6714-801C-A0270B4AA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EC10BD-3249-802A-8AAE-65C568632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DD90-CDBB-4FF8-A991-2A57D08DB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2680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C562FC-26B9-AD5B-64F8-C5D73B0E7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5AA5FC-6BEA-8B98-D36E-CB59D718B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A2FED83-D606-9A4B-7292-DF71D4A5A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9CC991-B28D-12D2-8F34-2CB5F8DC4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091D-8465-4E1D-882C-8C7088C9CC70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CB4FDD-B94D-F10B-FCB6-E6640C21B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27EF5F-DC78-9498-3600-48BFF96A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DD90-CDBB-4FF8-A991-2A57D08DB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0295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011EE1-C187-C926-7FEF-549E18515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CB42F57-11DA-AF6B-47DC-CB4ED4EF9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5C71087-B896-3472-C393-543C89C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5EFBFEA-C006-3837-84A7-33C18236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091D-8465-4E1D-882C-8C7088C9CC70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FD7BB8-F2B0-641D-4EAE-C65F8500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8BDC767-2506-F062-63C1-306230615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DD90-CDBB-4FF8-A991-2A57D08DB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5038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D1C6A-613C-41F2-F389-E7B1E55AA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16DB80-ED78-77FC-7CFD-2D5F1058B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E7CC6F-4EAD-292E-2991-9EE6C2745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091D-8465-4E1D-882C-8C7088C9CC70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A47A74-A1CF-0E3D-3682-4C698A109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12A5AC-3C78-0EB2-258C-342CEF7AB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DD90-CDBB-4FF8-A991-2A57D08DB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15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3E1050B-D69A-1E03-4A22-1BE8840024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59CF33-2D44-11DB-E095-CED82CE5A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1FCD29-12F2-3B64-52AF-45AAA31A0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4091D-8465-4E1D-882C-8C7088C9CC70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041574-0620-7CEE-998C-EB9815140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9816B3-E1E4-28F5-345D-EB5476045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ADD90-CDBB-4FF8-A991-2A57D08DB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502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F03CD75-22C9-BAA7-89BA-164578C47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3F61DFD-47F7-6D26-04EF-06155AC07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A4502E-2214-928B-B36B-9F2999D26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4091D-8465-4E1D-882C-8C7088C9CC70}" type="datetimeFigureOut">
              <a:rPr kumimoji="1" lang="ja-JP" altLang="en-US" smtClean="0"/>
              <a:t>2026/3/28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1392DB-C80D-547D-1256-54675FAEF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CE1F14-BA60-7D90-985D-1824CACEC2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ADD90-CDBB-4FF8-A991-2A57D08DB5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6733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4CB97B-CC25-C68A-F771-A8955F07D0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A0D3DBA-9584-5F8A-0AB0-3BC4981EF9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414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hoge hoge</dc:creator>
  <cp:lastModifiedBy>hoge hoge</cp:lastModifiedBy>
  <cp:revision>1</cp:revision>
  <dcterms:created xsi:type="dcterms:W3CDTF">2026-03-28T05:57:06Z</dcterms:created>
  <dcterms:modified xsi:type="dcterms:W3CDTF">2026-03-28T05:58:02Z</dcterms:modified>
</cp:coreProperties>
</file>